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77" r:id="rId4"/>
    <p:sldId id="261" r:id="rId5"/>
    <p:sldId id="288" r:id="rId6"/>
    <p:sldId id="273" r:id="rId7"/>
    <p:sldId id="274" r:id="rId8"/>
    <p:sldId id="280" r:id="rId9"/>
    <p:sldId id="281" r:id="rId10"/>
    <p:sldId id="284" r:id="rId11"/>
    <p:sldId id="287" r:id="rId12"/>
    <p:sldId id="269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317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scikit-learn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andas.pydata.org/" TargetMode="External"/><Relationship Id="rId5" Type="http://schemas.openxmlformats.org/officeDocument/2006/relationships/hyperlink" Target="https://www.oracle.com/retail/" TargetMode="External"/><Relationship Id="rId4" Type="http://schemas.openxmlformats.org/officeDocument/2006/relationships/hyperlink" Target="https://www.ibm.com/analytic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1086" y="399034"/>
            <a:ext cx="4031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SIMATS</a:t>
            </a:r>
            <a:r>
              <a:rPr sz="2800" spc="-140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057654" y="914526"/>
            <a:ext cx="7479665" cy="307904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sz="2400" b="1" i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Retail Sales Analysis and Demand Forecasting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Team</a:t>
            </a:r>
            <a:r>
              <a:rPr sz="2400" b="1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5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en-IN" sz="2400" b="1" i="1" dirty="0">
                <a:latin typeface="Times New Roman" panose="02020603050405020304"/>
                <a:cs typeface="Times New Roman" panose="02020603050405020304"/>
              </a:rPr>
              <a:t>10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lang="en-IN" sz="240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algn="ctr">
              <a:lnSpc>
                <a:spcPts val="2080"/>
              </a:lnSpc>
              <a:spcBef>
                <a:spcPts val="210"/>
              </a:spcBef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CSA1606–</a:t>
            </a:r>
            <a:r>
              <a:rPr lang="en-US" sz="1800" b="1" spc="-40" dirty="0">
                <a:latin typeface="Times New Roman" panose="02020603050405020304"/>
                <a:cs typeface="Times New Roman" panose="02020603050405020304"/>
              </a:rPr>
              <a:t> Data warehousing and Data Mining 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588" y="4909566"/>
            <a:ext cx="243967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dirty="0" err="1">
                <a:latin typeface="Times New Roman" panose="02020603050405020304"/>
                <a:cs typeface="Times New Roman" panose="02020603050405020304"/>
              </a:rPr>
              <a:t>Dr.</a:t>
            </a:r>
            <a:r>
              <a:rPr lang="en-US" sz="2400" spc="-95" dirty="0" err="1">
                <a:latin typeface="Times New Roman" panose="02020603050405020304"/>
                <a:cs typeface="Times New Roman" panose="02020603050405020304"/>
              </a:rPr>
              <a:t>S.Renuga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000" y="4859872"/>
            <a:ext cx="5313680" cy="1327928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sz="2400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400" b="1" spc="-4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IN" sz="2400" b="1" spc="-25" dirty="0">
              <a:solidFill>
                <a:srgbClr val="0C0C0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Panga Sudharshan Reddy(192372204)</a:t>
            </a:r>
            <a:endParaRPr lang="en-IN"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en-IN" altLang="" sz="2400" spc="-1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 Y.Vamsi Babu (192311145)</a:t>
            </a:r>
            <a:endParaRPr lang="en-IN" altLang=""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255" y="475615"/>
            <a:ext cx="1134694" cy="13423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929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1E04-067A-2EAD-F193-4CE32727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7FA0-CF3F-0856-835E-00EF62E6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583833"/>
            <a:ext cx="8610600" cy="1325563"/>
          </a:xfrm>
        </p:spPr>
        <p:txBody>
          <a:bodyPr>
            <a:normAutofit/>
          </a:bodyPr>
          <a:lstStyle/>
          <a:p>
            <a:pPr algn="ctr"/>
            <a:r>
              <a:rPr lang="en-US" spc="-10" dirty="0"/>
              <a:t>INTRODUCTION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7BB4C0-1928-BB69-D28C-C8BA66A85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6870" y="1470953"/>
            <a:ext cx="11561587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Analysis helps businesses understand sales performance, customer purchasing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demand by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data.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predicts future product demand using historical sales data, enabling better business planning and decision-making.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forecasting helps maintain optimal inventory levels by reducing stock shortages and excess inventory.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data-driven decision-making, improves operational efficiency, enhances customer satisfaction, and increases business profitability.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5F2D6AF-0305-AF8E-7CA2-1CF9D956C4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2C204A8-47DA-1B6C-459D-D991369056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A999-99B7-2FE8-6C25-97AD090F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60A6-D2D8-2993-B679-D7E0BE41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583833"/>
            <a:ext cx="8610600" cy="1325563"/>
          </a:xfrm>
        </p:spPr>
        <p:txBody>
          <a:bodyPr>
            <a:normAutofit/>
          </a:bodyPr>
          <a:lstStyle/>
          <a:p>
            <a:pPr algn="ctr"/>
            <a:r>
              <a:rPr lang="en-US" spc="-10" dirty="0"/>
              <a:t>OBJECTIVES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7EA35E-100E-1178-A927-7B42845DC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6870" y="1533525"/>
            <a:ext cx="11561587" cy="579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retail sales data to identify sales trends, customer purchasing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by cleaning the data and performing Exploratory Data Analysis (EDA) to identify useful patterns and seasonal trends.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demand forecasting model using historical sales data to accurately predict future product demand.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inventory management and support business decision-making by reducing stock shortages, improving sales planning, and increasing overall profitability.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449C845-4769-92E9-1C53-9C6D3CC365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F8D0D44-0BB7-5862-9825-66FA2735AE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6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F044283-97EB-C064-2B20-5CDB1B936E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4412" y="1703413"/>
            <a:ext cx="11658600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generate large volumes of sales data, but it is not effectively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business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demand forecasting leads to stock shortages or excess inventory, increasing operational costs and reducing sales.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forecasting methods fail to accurately capture changing customer preferences, seasonal trends, and market demand.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Retail Sales Analysis and Demand Forecasting system is needed to predict future demand, improve inventory management, and enhance overall business profitability.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4A58-C65F-74E2-904A-60A4130D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0317E2-764A-F19F-4D24-F18F1FD1A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Technologies Used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55289D-BCE9-9E56-3E63-93B253AE6E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2480289-09E1-B3FC-683F-FF4C638123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6AE69DB8-F799-9278-20F4-3EFE278F3FE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26A8F-F579-6C87-340B-82E2D2609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518826"/>
            <a:ext cx="7497064" cy="49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8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83833"/>
            <a:ext cx="8610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dirty="0"/>
              <a:t> Data Warehousing &amp; Business Intelligence</a:t>
            </a:r>
            <a:br>
              <a:rPr lang="en-US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56870" y="1691876"/>
            <a:ext cx="11561587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retail sales data from POS systems, online stores, customer transactions, and inventory databases.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validate, and integrate the collected data into a centralized Data Warehouse to ensure accuracy and consistency.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using Business Intelligence (BI) techniques to identify sales trends, customer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structured data for the Retail Sales Analysis and Demand Forecasting module to support accurate sales predictions and better business decision-making.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350" y="381000"/>
            <a:ext cx="8795435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dirty="0"/>
              <a:t>Data Mining &amp; Sales Forecasting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0999" y="1544921"/>
            <a:ext cx="11811001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cleaned retail sales data from the Data Warehousing &amp; Business Intelligence module for analysis and forecasting.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Mining techniques to identify customer purchasing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demand, and seasonal sales trends.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and statistical forecasting algorithms to accurately predict future sales demand.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demand forecasts that help optimize inventory management, improve sales planning, reduce stock shortages, and support better business decision-making.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A45E-8518-8D2B-A03F-D1760E02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9E1C84-F5DA-DFCA-3D5D-A09C83118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SYSTEM DESIGN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EB353AE-B841-4DAE-970D-30FEF0A3BB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651C691E-FEF9-70EF-9D0D-CA7B8FC65B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420C30A5-C0C5-F08D-99DA-0B53DDE28B5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42CD3-1EEE-735E-738E-82AE7E26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33525"/>
            <a:ext cx="7497064" cy="49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5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4A69-2106-B724-5212-E5134105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A562B9-8D9A-97D5-4B6E-AAC056AC7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RESULTS</a:t>
            </a:r>
            <a:r>
              <a:rPr lang="en-IN" spc="-50" dirty="0"/>
              <a:t> </a:t>
            </a:r>
            <a:r>
              <a:rPr lang="en-IN" dirty="0"/>
              <a:t>&amp;</a:t>
            </a:r>
            <a:r>
              <a:rPr lang="en-IN" spc="-25" dirty="0"/>
              <a:t> </a:t>
            </a:r>
            <a:r>
              <a:rPr lang="en-IN" spc="-10" dirty="0"/>
              <a:t>DISCUSSION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3F4EC4E-CDCE-292C-E814-E760DCF0B5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D65BD91E-CBA7-D3F2-F8C2-15BBB87977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95B3AC36-3291-484C-6087-846719D423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8AB2E22-E39B-8641-8F52-DF31E61595E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870" y="1626311"/>
            <a:ext cx="11658600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retail sales data and identified sales trends, seasonal patterns, and customer purchasing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forecasting model accurately predicted future product demand, helping retailers improve inventory planning.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reduced stock shortages and excess inventory, leading to better inventory management and lower operational costs.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improved sales planning, customer satisfaction, and business profitability through data-driven demand forecasting.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41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147FF-5B81-7617-3A8A-4CDA1A47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BF55FC-828C-413B-3216-1F50B614B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13196"/>
            <a:ext cx="7924800" cy="698267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 algn="ctr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r>
              <a:rPr lang="en-IN" spc="-75" dirty="0"/>
              <a:t> 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511DCAC-C842-D453-0964-5634456ADD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627073CE-5D2A-2448-888D-C7502EA562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6E177745-DEC6-4A32-3CAD-6DFADBDE5F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2067D70-F8E1-9456-AC06-048484AB54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870" y="1964940"/>
            <a:ext cx="11658600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effectively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data to identify sales trends, customer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forecasting model accurately predicts future product demand, helping retailers improve inventory management and reduce stock shortages.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valuable insights that support better pricing, marketing, and sales planning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improves operational efficiency, enhances customer satisfaction, and increases business profitability through data-driven decision-making.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40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4558-C4DE-3529-748F-CDA2D6CA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581800-5EEE-0E80-B4B9-5C7CA722D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13196"/>
            <a:ext cx="7924800" cy="698267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 algn="ctr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REFERENCES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E4836C6-0366-4A62-12B9-7B7DD9831D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C5D442C1-26F5-3EFC-2BBC-BBAA15FA57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45AEDBE-FA34-A0A3-BC8A-8CC56758B7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870" y="1908607"/>
            <a:ext cx="1165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Makridakis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Spiliotis, E.,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Assimakopoulos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M5 Accuracy Competition: Results, Findings, and Conclusions.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Forecasting, 38(4), 1346–1364.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Hyndman, R. J., &amp; Athanasopoulos, G.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Forecasting: Principles and Practice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OTexts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Melbourne, Australia.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Chollet, F.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with 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Manning Publications.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Business Analytics and Demand Forecasting Solutions.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https://www.ibm.com/analytics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 – Retail Sales Analytics.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https://learn.microsoft.com/power-bi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Retail Demand Forecasting and Inventory Management.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https://www.oracle.com/retail/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Development Team.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https://pandas.pydata.org/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Developers.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Machine Learning in Python.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https://scikit-learn.org/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4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954" y="2056129"/>
            <a:ext cx="7806182" cy="37064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845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Times New Roman</vt:lpstr>
      <vt:lpstr>Wingdings</vt:lpstr>
      <vt:lpstr>Office Theme</vt:lpstr>
      <vt:lpstr>SIMATS ENGINEERING</vt:lpstr>
      <vt:lpstr>INTRODUCTION</vt:lpstr>
      <vt:lpstr>OBJECTIVES</vt:lpstr>
      <vt:lpstr>PROBLEM STATEMENT</vt:lpstr>
      <vt:lpstr>Technologies Used</vt:lpstr>
      <vt:lpstr>Module 1: Data Warehousing &amp; Business Intelligence </vt:lpstr>
      <vt:lpstr>Module 2: Data Mining &amp; Sales Forecasting </vt:lpstr>
      <vt:lpstr>SYSTEM DESIGN</vt:lpstr>
      <vt:lpstr>RESULTS &amp; DISCUSSION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YATHAM VAMSI BABU</cp:lastModifiedBy>
  <cp:revision>11</cp:revision>
  <dcterms:created xsi:type="dcterms:W3CDTF">2026-01-09T01:43:09Z</dcterms:created>
  <dcterms:modified xsi:type="dcterms:W3CDTF">2026-08-01T05:08:17Z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